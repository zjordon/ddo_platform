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60" r:id="rId5"/>
    <p:sldId id="258" r:id="rId6"/>
    <p:sldId id="259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2511" autoAdjust="0"/>
  </p:normalViewPr>
  <p:slideViewPr>
    <p:cSldViewPr>
      <p:cViewPr varScale="1">
        <p:scale>
          <a:sx n="83" d="100"/>
          <a:sy n="83" d="100"/>
        </p:scale>
        <p:origin x="-158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0821F2-B2E5-4A8A-BCA7-4AB572E12D74}" type="datetimeFigureOut">
              <a:rPr lang="zh-CN" altLang="en-US" smtClean="0"/>
              <a:t>2015/1/22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F369B-0181-4675-831E-CBE0679A2A3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CF369B-0181-4675-831E-CBE0679A2A3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2015/1/22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857364"/>
            <a:ext cx="9144000" cy="2643206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altLang="zh-CN" dirty="0" smtClean="0"/>
              <a:t>DDO</a:t>
            </a:r>
            <a:r>
              <a:rPr lang="zh-CN" altLang="en-US" dirty="0" smtClean="0"/>
              <a:t>业务流程图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短代交互方式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20" y="214290"/>
            <a:ext cx="8858280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4282" y="428604"/>
            <a:ext cx="8501122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r>
              <a:rPr lang="zh-CN" altLang="en-US" b="1" dirty="0" smtClean="0">
                <a:solidFill>
                  <a:srgbClr val="FF0000"/>
                </a:solidFill>
              </a:rPr>
              <a:t>：</a:t>
            </a:r>
            <a:r>
              <a:rPr lang="zh-CN" altLang="en-US" dirty="0" smtClean="0"/>
              <a:t>触发用户手机发送短信至特服号码，从而平台与特服交互获取用户手机号码与基地</a:t>
            </a:r>
            <a:r>
              <a:rPr lang="en-US" altLang="zh-CN" dirty="0" smtClean="0"/>
              <a:t>DDO</a:t>
            </a:r>
            <a:r>
              <a:rPr lang="zh-CN" altLang="en-US" dirty="0" smtClean="0"/>
              <a:t>平台对接。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影响转化率点：</a:t>
            </a:r>
            <a:r>
              <a:rPr lang="zh-CN" altLang="en-US" dirty="0" smtClean="0"/>
              <a:t>用户通过特服再到平台，其中特服的对请求接收的完整及下发的完整度有可能存在缩水，导致到达平台的计费请求比实际变少了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zh-CN" altLang="en-US" b="1" dirty="0" smtClean="0">
                <a:solidFill>
                  <a:srgbClr val="FF0000"/>
                </a:solidFill>
              </a:rPr>
              <a:t>：</a:t>
            </a:r>
            <a:r>
              <a:rPr lang="zh-CN" altLang="en-US" dirty="0" smtClean="0"/>
              <a:t>我们的计费能力平台与基地</a:t>
            </a:r>
            <a:r>
              <a:rPr lang="en-US" altLang="zh-CN" dirty="0" smtClean="0"/>
              <a:t>DDO</a:t>
            </a:r>
            <a:r>
              <a:rPr lang="zh-CN" altLang="en-US" dirty="0" smtClean="0"/>
              <a:t>平台接口的交互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影响转化率点</a:t>
            </a:r>
            <a:r>
              <a:rPr lang="zh-CN" altLang="en-US" dirty="0" smtClean="0"/>
              <a:t>：目前我司服务器负载情况相对较低（因业务未正式上量），而基地服务器的负载较高且目前基地服务器无法承载较高的并发量，导致我们的请求在超出基地服务器负载的处理能力后，计费请求失败，导致平台收到的实际计费请求变少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3</a:t>
            </a:r>
            <a:r>
              <a:rPr lang="zh-CN" altLang="en-US" b="1" dirty="0" smtClean="0">
                <a:solidFill>
                  <a:srgbClr val="FF0000"/>
                </a:solidFill>
              </a:rPr>
              <a:t>：</a:t>
            </a:r>
            <a:r>
              <a:rPr lang="zh-CN" altLang="en-US" dirty="0" smtClean="0"/>
              <a:t>用户上行短信成功发至</a:t>
            </a:r>
            <a:r>
              <a:rPr lang="en-US" altLang="zh-CN" dirty="0" smtClean="0"/>
              <a:t>DDO</a:t>
            </a:r>
            <a:r>
              <a:rPr lang="zh-CN" altLang="en-US" dirty="0" smtClean="0"/>
              <a:t>平台，平台下发扣费确认短信，由用户手动输入</a:t>
            </a:r>
            <a:r>
              <a:rPr lang="en-US" altLang="zh-CN" dirty="0" smtClean="0"/>
              <a:t>6</a:t>
            </a:r>
            <a:r>
              <a:rPr lang="zh-CN" altLang="en-US" dirty="0" smtClean="0"/>
              <a:t>位数验证码，确认扣费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影响转化率点：</a:t>
            </a:r>
            <a:r>
              <a:rPr lang="zh-CN" altLang="en-US" dirty="0" smtClean="0"/>
              <a:t>用户行为，若用户不回复短信确认扣费，则不进行扣费，影响转化率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4</a:t>
            </a:r>
            <a:r>
              <a:rPr lang="zh-CN" altLang="en-US" b="1" dirty="0" smtClean="0">
                <a:solidFill>
                  <a:srgbClr val="FF0000"/>
                </a:solidFill>
              </a:rPr>
              <a:t>：</a:t>
            </a:r>
            <a:r>
              <a:rPr lang="zh-CN" altLang="en-US" dirty="0" smtClean="0"/>
              <a:t>当用户回复确认短信愿意扣费后，省</a:t>
            </a:r>
            <a:r>
              <a:rPr lang="en-US" altLang="zh-CN" dirty="0" smtClean="0"/>
              <a:t>BOSS</a:t>
            </a:r>
            <a:r>
              <a:rPr lang="zh-CN" altLang="en-US" dirty="0" smtClean="0"/>
              <a:t>自发向用户发送二次回复确认扣费短信，若用户对服务不满则不扣费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影响转化率点：</a:t>
            </a:r>
            <a:r>
              <a:rPr lang="zh-CN" altLang="en-US" dirty="0" smtClean="0"/>
              <a:t>若用户在此时回复不满意，那之前所有计费流程皆已完成且厂商已发放道具物品等给用户，最后用户回复不满意，则此计费失败，且导致厂商利益受损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857364"/>
            <a:ext cx="9144000" cy="2643206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r>
              <a:rPr lang="en-US" altLang="zh-CN" dirty="0" smtClean="0"/>
              <a:t>DDO</a:t>
            </a:r>
            <a:r>
              <a:rPr lang="zh-CN" altLang="en-US" dirty="0" smtClean="0"/>
              <a:t>业务流程图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平台</a:t>
            </a:r>
            <a:r>
              <a:rPr lang="en-US" altLang="zh-CN" dirty="0" smtClean="0"/>
              <a:t>—</a:t>
            </a:r>
            <a:r>
              <a:rPr lang="zh-CN" altLang="en-US" dirty="0" smtClean="0"/>
              <a:t>平台交互方式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944" y="142852"/>
            <a:ext cx="8848624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14282" y="428604"/>
            <a:ext cx="85011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solidFill>
                  <a:srgbClr val="FF0000"/>
                </a:solidFill>
              </a:rPr>
              <a:t>1</a:t>
            </a:r>
            <a:r>
              <a:rPr lang="zh-CN" altLang="en-US" b="1" dirty="0" smtClean="0">
                <a:solidFill>
                  <a:srgbClr val="FF0000"/>
                </a:solidFill>
              </a:rPr>
              <a:t>：</a:t>
            </a:r>
            <a:r>
              <a:rPr lang="zh-CN" altLang="en-US" dirty="0" smtClean="0"/>
              <a:t>我们的计费能力平台与基地</a:t>
            </a:r>
            <a:r>
              <a:rPr lang="en-US" altLang="zh-CN" dirty="0" smtClean="0"/>
              <a:t>DDO</a:t>
            </a:r>
            <a:r>
              <a:rPr lang="zh-CN" altLang="en-US" dirty="0" smtClean="0"/>
              <a:t>平台接口的交互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影响转化率点</a:t>
            </a:r>
            <a:r>
              <a:rPr lang="zh-CN" altLang="en-US" dirty="0" smtClean="0"/>
              <a:t>：目前我司服务器负载情况相对较低（因业务未正式上量），而基地服务器的负载较高且目前基地服务器无法承载较高的并发量，导致我们的请求在超出基地服务器负载的处理能力后，计费请求失败，导致平台收到的实际计费请求变少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2</a:t>
            </a:r>
            <a:r>
              <a:rPr lang="zh-CN" altLang="en-US" b="1" dirty="0" smtClean="0">
                <a:solidFill>
                  <a:srgbClr val="FF0000"/>
                </a:solidFill>
              </a:rPr>
              <a:t>：</a:t>
            </a:r>
            <a:r>
              <a:rPr lang="zh-CN" altLang="en-US" dirty="0" smtClean="0"/>
              <a:t>用户上行短信成功发至</a:t>
            </a:r>
            <a:r>
              <a:rPr lang="en-US" altLang="zh-CN" dirty="0" smtClean="0"/>
              <a:t>DDO</a:t>
            </a:r>
            <a:r>
              <a:rPr lang="zh-CN" altLang="en-US" dirty="0" smtClean="0"/>
              <a:t>平台，平台下发扣费确认短信，由用户手动输入</a:t>
            </a:r>
            <a:r>
              <a:rPr lang="en-US" altLang="zh-CN" dirty="0" smtClean="0"/>
              <a:t>6</a:t>
            </a:r>
            <a:r>
              <a:rPr lang="zh-CN" altLang="en-US" dirty="0" smtClean="0"/>
              <a:t>位数验证码，确认扣费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影响转化率点：</a:t>
            </a:r>
            <a:r>
              <a:rPr lang="zh-CN" altLang="en-US" dirty="0" smtClean="0"/>
              <a:t>用户行为，若用户不回复短信确认扣费，则不进行扣费，影响转化率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altLang="zh-CN" b="1" dirty="0" smtClean="0">
                <a:solidFill>
                  <a:srgbClr val="FF0000"/>
                </a:solidFill>
              </a:rPr>
              <a:t>3</a:t>
            </a:r>
            <a:r>
              <a:rPr lang="zh-CN" altLang="en-US" b="1" dirty="0" smtClean="0">
                <a:solidFill>
                  <a:srgbClr val="FF0000"/>
                </a:solidFill>
              </a:rPr>
              <a:t>：</a:t>
            </a:r>
            <a:r>
              <a:rPr lang="zh-CN" altLang="en-US" dirty="0" smtClean="0"/>
              <a:t>当用户回复确认短信愿意扣费后，省</a:t>
            </a:r>
            <a:r>
              <a:rPr lang="en-US" altLang="zh-CN" dirty="0" smtClean="0"/>
              <a:t>BOSS</a:t>
            </a:r>
            <a:r>
              <a:rPr lang="zh-CN" altLang="en-US" dirty="0" smtClean="0"/>
              <a:t>自发向用户发送二次回复确认扣费短信，若用户对服务不满则不扣费</a:t>
            </a:r>
            <a:endParaRPr lang="en-US" altLang="zh-CN" dirty="0" smtClean="0"/>
          </a:p>
          <a:p>
            <a:r>
              <a:rPr lang="zh-CN" altLang="en-US" b="1" dirty="0" smtClean="0">
                <a:solidFill>
                  <a:srgbClr val="FF0000"/>
                </a:solidFill>
              </a:rPr>
              <a:t>影响转化率点：</a:t>
            </a:r>
            <a:r>
              <a:rPr lang="zh-CN" altLang="en-US" dirty="0" smtClean="0"/>
              <a:t>若用户在此时回复不满意，那之前所有计费流程皆已完成且厂商已发放道具物品等给用户，最后用户回复不满意，则此计费失败，且导致厂商利益受损</a:t>
            </a:r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512</Words>
  <PresentationFormat>全屏显示(4:3)</PresentationFormat>
  <Paragraphs>22</Paragraphs>
  <Slides>6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Office 主题</vt:lpstr>
      <vt:lpstr>DDO业务流程图 短代交互方式</vt:lpstr>
      <vt:lpstr>幻灯片 2</vt:lpstr>
      <vt:lpstr>幻灯片 3</vt:lpstr>
      <vt:lpstr>DDO业务流程图 平台—平台交互方式</vt:lpstr>
      <vt:lpstr>幻灯片 5</vt:lpstr>
      <vt:lpstr>幻灯片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Administrator</dc:creator>
  <cp:lastModifiedBy>Administrator</cp:lastModifiedBy>
  <cp:revision>13</cp:revision>
  <dcterms:created xsi:type="dcterms:W3CDTF">2015-01-21T14:27:44Z</dcterms:created>
  <dcterms:modified xsi:type="dcterms:W3CDTF">2015-01-22T01:34:41Z</dcterms:modified>
</cp:coreProperties>
</file>